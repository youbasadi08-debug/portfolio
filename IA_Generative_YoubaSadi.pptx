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B4F72">
              <a:alpha val="30000"/>
            </a:srgbClr>
          </a:solidFill>
          <a:ln w="12700">
            <a:solidFill>
              <a:srgbClr val="1B4F7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182880"/>
            <a:ext cx="1828800" cy="1828800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103120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L'INTELLIGENCE ARTIFICIELLE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GÉNÉRATIVE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Comprendre, explorer et anticiper les enjeux de l'IA Gen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1B4F7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023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40280" y="402336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1B4F7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4023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31920" y="402336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1B4F7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4023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23560" y="402336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1B4F7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4023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0" y="402336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1B4F7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40233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Éthique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Technologique — Youba Sadi •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365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" y="868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1417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Définition &amp; Histoire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8928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Comment ça fonctionne 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23682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Les grands modèles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28437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Applications concrètes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" y="33192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Chiffres clés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" y="3794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Risques &amp; Éthique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42702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Perspectives &amp; Avenir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731520"/>
            <a:ext cx="5486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731520"/>
            <a:ext cx="73152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8686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7 grandes thématiques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1280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théorie aux cas d'usage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2148840"/>
            <a:ext cx="5486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2148840"/>
            <a:ext cx="73152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286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Données actualisées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2697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et tendances 2024-2025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3566160"/>
            <a:ext cx="5486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566160"/>
            <a:ext cx="73152" cy="1188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703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Vision critique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4114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Risques, éthique et limites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DÉFINITION &amp; HISTOIRE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générative est une branche de l'intelligence artificielle capable de créer du contenu original — texte, image, code, audio, vidéo — à partir de données d'entraînement. Elle repose sur des modèles probabilistes qui apprennent à reproduire et à extrapoler des patterns complexes.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423160"/>
            <a:ext cx="14173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2286000"/>
            <a:ext cx="274320" cy="27432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633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" y="2926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 — test de Turing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03120" y="2423160"/>
            <a:ext cx="14173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92808" y="2286000"/>
            <a:ext cx="274320" cy="27432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2633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2926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(Goodfellow) — premières images générées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20440" y="2423160"/>
            <a:ext cx="14173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0128" y="2286000"/>
            <a:ext cx="274320" cy="27432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2633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71800" y="2926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(Google) — architecture révolutionnaire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37760" y="2423160"/>
            <a:ext cx="14173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27448" y="2286000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2633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0" y="2926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(OpenAI) — LLM massif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355080" y="2423160"/>
            <a:ext cx="14173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4768" y="2286000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633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06440" y="2926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— 100M users en 2 mois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562088" y="2286000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60920" y="26334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23760" y="29260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GPT-4o, Gemini, Claude 3 — multimodal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COMMENT ÇA FONCTIONNE 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1554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51460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Milliards de textes, images, codes collectés sur internet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47088" y="2011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11680" y="100584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1005840"/>
            <a:ext cx="155448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1005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1168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05740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84832" y="251460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de neurones ajuste des milliards de paramètres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84448" y="2011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49040" y="100584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1005840"/>
            <a:ext cx="1554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1005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74904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79476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22192" y="251460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texte est découpé en tokens, converti en vecteurs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21808" y="2011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0" y="100584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0" y="1005840"/>
            <a:ext cx="155448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1005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8640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53212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59552" y="251460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 Transformer : chaque mot "voit" le contexte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59168" y="2011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23760" y="1005840"/>
            <a:ext cx="1554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23760" y="1005840"/>
            <a:ext cx="1554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10058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223760" y="1600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26948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96912" y="2514600"/>
            <a:ext cx="1417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token par token, sampling probabiliste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LES GRANDS MODÈLES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697480" cy="7315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43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481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: Texte + Image + Audio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 ~1T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05840"/>
            <a:ext cx="2697480" cy="7315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143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Ultra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481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10128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: Multimodal natif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10128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 Non divulgué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100584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005840"/>
            <a:ext cx="269748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1143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90488" y="1481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90488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: Texte + Vision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90488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 Non divulgué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88036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880360"/>
            <a:ext cx="2697480" cy="73152"/>
          </a:xfrm>
          <a:prstGeom prst="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3017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9768" y="3355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(Open Source)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9768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: Texte, open weights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9768" y="3959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 70B / 405B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0" y="288036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880360"/>
            <a:ext cx="269748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3017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310128" y="3355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AI 🇫🇷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10128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: Texte, très efficace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10128" y="3959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 ~123B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80760" y="288036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2880360"/>
            <a:ext cx="26974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0488" y="3017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DALL·E 3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90488" y="3355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90488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: Génération d'images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90488" y="3959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 Diffusion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APPLICATIONS CONCRÈTES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0515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Développement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463040"/>
            <a:ext cx="24688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6362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Copilot — autocomplétion de code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91109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Génération de tests unitaires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2585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Refactoring automatique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10128" y="10515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&amp; Analyse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10128" y="1463040"/>
            <a:ext cx="24688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56362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Génération de requêtes SQL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0128" y="191109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Synthèse de rapports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10128" y="22585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Détection d'anomalies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36208" y="10515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Création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36208" y="1463040"/>
            <a:ext cx="24688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56362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Génération d'images (DALL·E, Midjourney)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36208" y="191109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Écriture assistée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36208" y="22585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Vidéo synthétique (Sora)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" y="29718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Santé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4048" y="3383280"/>
            <a:ext cx="24688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48386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Aide au diagnostic médical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" y="383133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Synthèse de dossiers patients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4048" y="41788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Découverte de molécules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0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10128" y="29718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Éducation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10128" y="3383280"/>
            <a:ext cx="24688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348386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Tuteur personnalisé IA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10128" y="383133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Génération d'exercices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10128" y="41788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Correction automatisée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36208" y="29718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Automatisation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36208" y="3383280"/>
            <a:ext cx="24688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6208" y="348386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Agents IA autonomes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36208" y="383133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Traitement de documents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36208" y="41788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 client intelligent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CHIFFRES CLÉS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560320" cy="1645920"/>
          </a:xfrm>
          <a:prstGeom prst="rect">
            <a:avLst/>
          </a:prstGeom>
          <a:solidFill>
            <a:srgbClr val="1620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ChatGPT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2560320" cy="1645920"/>
          </a:xfrm>
          <a:prstGeom prst="rect">
            <a:avLst/>
          </a:prstGeom>
          <a:solidFill>
            <a:srgbClr val="1620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$1.3T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8328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marché IA Gen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estimée d'ici 2032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560320" cy="1645920"/>
          </a:xfrm>
          <a:prstGeom prst="rect">
            <a:avLst/>
          </a:prstGeom>
          <a:solidFill>
            <a:srgbClr val="1620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188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1.76T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1792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GPT-4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2560320" cy="1645920"/>
          </a:xfrm>
          <a:prstGeom prst="rect">
            <a:avLst/>
          </a:prstGeom>
          <a:solidFill>
            <a:srgbClr val="1620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08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automatisables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McKinsey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2880360"/>
            <a:ext cx="2560320" cy="1645920"/>
          </a:xfrm>
          <a:prstGeom prst="rect">
            <a:avLst/>
          </a:prstGeom>
          <a:solidFill>
            <a:srgbClr val="1620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108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2min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38328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pour créer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image HD avec IA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2880360"/>
            <a:ext cx="2560320" cy="1645920"/>
          </a:xfrm>
          <a:prstGeom prst="rect">
            <a:avLst/>
          </a:prstGeom>
          <a:solidFill>
            <a:srgbClr val="16203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108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21792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modèles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lancés en 2024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RISQUES &amp; ÉTHIQUE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169164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0515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Hallucinations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463040"/>
            <a:ext cx="246888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81912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LLM inventent des faits avec confiance. Aucun modèle n'est fiable à 100%.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169164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10128" y="10515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Vie privée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10128" y="1463040"/>
            <a:ext cx="246888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581912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d'entraînement peuvent contenir des informations personnelles sensibles.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743200" cy="1691640"/>
          </a:xfrm>
          <a:prstGeom prst="rect">
            <a:avLst/>
          </a:prstGeom>
          <a:solidFill>
            <a:srgbClr val="FDE8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10515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 Deepfakes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6208" y="1463040"/>
            <a:ext cx="246888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581912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fausses vidéos et audios crédibles. Menace pour l'information.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834640"/>
            <a:ext cx="2743200" cy="1691640"/>
          </a:xfrm>
          <a:prstGeom prst="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" y="29260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Propriété intellectuelle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4048" y="3337560"/>
            <a:ext cx="246888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456432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modèles reproduisent des œuvres protégées. Cadre légal encore flou.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834640"/>
            <a:ext cx="2743200" cy="169164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10128" y="29260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Impact environnemental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10128" y="3337560"/>
            <a:ext cx="246888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3456432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: ~300 tonnes CO₂ pour l'entraînement. Consommation énergétique massive.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2834640"/>
            <a:ext cx="2743200" cy="169164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36208" y="29260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Biais &amp; discrimination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36208" y="3337560"/>
            <a:ext cx="246888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3456432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biais dans les données d'entraînement se retrouvent dans les sorties du modèle.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PERSPECTIVES &amp; AVENIR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0058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63040" y="1005840"/>
            <a:ext cx="7223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0020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 autonomes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00200" y="13533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IA capables de planifier, exécuter des tâches complexes sans intervention humaine.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10058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6596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63040" y="1965960"/>
            <a:ext cx="7223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0020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Multimodalité totale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23134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Texte, image, vidéo, audio et code dans un seul modèle unifié.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10058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260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463040" y="2926080"/>
            <a:ext cx="7223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60020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embarquée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0200" y="32735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puissants tournant directement sur smartphone et appareils locaux.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10058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8620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~2030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463040" y="3886200"/>
            <a:ext cx="7223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60020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générale (AGI ?)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00200" y="42336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Débat : certains chercheurs pensent que l'AGI est à portée. Risques et opportunités majeurs.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L'IA générative n'est pas une tendance passagère — c'est une transformation structurelle des métiers du numérique.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1B4F72">
              <a:alpha val="25000"/>
            </a:srgbClr>
          </a:solidFill>
          <a:ln w="12700">
            <a:solidFill>
              <a:srgbClr val="1B4F72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générative redéfinit les métiers du numérique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Technologie mature, déjà intégrée dans les outils du quotidien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Opportunités majeures pour le développement et la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 Risques réels : hallucinations, biais, éthique, emploi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3566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Compétence clé : savoir utiliser et critiquer ces outils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4160520"/>
            <a:ext cx="457200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4160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Youba Sadi — Veille Technologique IA Générative •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L'Intelligence Artificielle Générative</dc:title>
  <dc:subject>PptxGenJS Presentation</dc:subject>
  <dc:creator>PptxGenJS</dc:creator>
  <cp:lastModifiedBy>PptxGenJS</cp:lastModifiedBy>
  <cp:revision>1</cp:revision>
  <dcterms:created xsi:type="dcterms:W3CDTF">2026-04-11T16:38:23Z</dcterms:created>
  <dcterms:modified xsi:type="dcterms:W3CDTF">2026-04-11T16:38:23Z</dcterms:modified>
</cp:coreProperties>
</file>